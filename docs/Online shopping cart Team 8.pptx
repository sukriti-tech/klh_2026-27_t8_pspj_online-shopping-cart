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72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03920" y="822960"/>
            <a:ext cx="2103120" cy="2103120"/>
          </a:xfrm>
          <a:prstGeom prst="ellipse">
            <a:avLst/>
          </a:prstGeom>
          <a:solidFill>
            <a:srgbClr val="1B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9692640" y="2057400"/>
            <a:ext cx="1371600" cy="1371600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8046720" y="3931920"/>
            <a:ext cx="1051560" cy="1051560"/>
          </a:xfrm>
          <a:prstGeom prst="ellipse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10241280" y="42976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67665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 dirty="0">
                <a:solidFill>
                  <a:srgbClr val="1FBEAA"/>
                </a:solidFill>
                <a:latin typeface="Aptos"/>
              </a:rPr>
              <a:t>JAVA PROJECT  |  TEAM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040880" cy="1417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Online Store Cart
&amp; Order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46120"/>
            <a:ext cx="6217920" cy="6858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0" dirty="0">
                <a:solidFill>
                  <a:srgbClr val="CEDCEC"/>
                </a:solidFill>
                <a:latin typeface="Aptos"/>
              </a:rPr>
              <a:t>A simple console-based shopping system built with 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897076"/>
            <a:ext cx="1585499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TEAM NO: _____</a:t>
            </a:r>
            <a:r>
              <a:rPr lang="en-US" sz="1200" b="1" dirty="0">
                <a:solidFill>
                  <a:srgbClr val="FFFFFF"/>
                </a:solidFill>
                <a:latin typeface="Aptos"/>
              </a:rPr>
              <a:t>8</a:t>
            </a:r>
            <a:r>
              <a:rPr sz="1200" b="1" dirty="0">
                <a:solidFill>
                  <a:srgbClr val="FFFFFF"/>
                </a:solidFill>
                <a:latin typeface="Aptos"/>
              </a:rPr>
              <a:t>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063" y="4443986"/>
            <a:ext cx="3585681" cy="12741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Names &amp; Roll Numbers: add your team detail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  <a:p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D.Sukriti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    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2620030493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T.Sahasra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- 2620030108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Y.Geethika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– 2620030519 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l"/>
            <a:endParaRPr sz="1200" b="0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" y="6309360"/>
            <a:ext cx="457200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ADBED3"/>
                </a:solidFill>
                <a:latin typeface="Aptos"/>
              </a:rPr>
              <a:t>15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Aptos"/>
              </a:rPr>
              <a:t>What our project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8229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B7F"/>
                </a:solidFill>
                <a:latin typeface="Aptos"/>
              </a:rPr>
              <a:t>ONLINE STORE CART &amp; ORDER PIPELINE  • 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12203A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0292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200" b="1">
                <a:solidFill>
                  <a:srgbClr val="12203A"/>
                </a:solidFill>
                <a:latin typeface="Aptos"/>
              </a:rPr>
              <a:t>A small online-shopping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4233158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 dirty="0">
                <a:solidFill>
                  <a:srgbClr val="233042"/>
                </a:solidFill>
                <a:latin typeface="Aptos"/>
              </a:rPr>
              <a:t>The program lets a user browse products, search by name, add items to a cart and calculate the bill.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173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44768" y="161848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44768" y="165506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618488"/>
            <a:ext cx="1581911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Browse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199" y="2130552"/>
            <a:ext cx="2103119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dirty="0">
                <a:solidFill>
                  <a:srgbClr val="5B6B7F"/>
                </a:solidFill>
                <a:latin typeface="Aptos"/>
              </a:rPr>
              <a:t>View product names, prices and available stock.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4173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33688" y="161848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33688" y="165506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2328" y="1618488"/>
            <a:ext cx="1581911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Add to cart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130552"/>
            <a:ext cx="20574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Aptos"/>
              </a:rPr>
              <a:t>Choose a product and quantity.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15468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44768" y="335584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339242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355848"/>
            <a:ext cx="1581911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Calculate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867912"/>
            <a:ext cx="22860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dirty="0">
                <a:solidFill>
                  <a:srgbClr val="5B6B7F"/>
                </a:solidFill>
                <a:latin typeface="Aptos"/>
              </a:rPr>
              <a:t>Get each item amount and the total bill.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15468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933688" y="335584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33688" y="339242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3355848"/>
            <a:ext cx="1581911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Save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867912"/>
            <a:ext cx="1662359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Aptos"/>
              </a:rPr>
              <a:t>Append order details to orders.txt.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3703320"/>
            <a:ext cx="4526280" cy="1143000"/>
          </a:xfrm>
          <a:prstGeom prst="roundRect">
            <a:avLst/>
          </a:prstGeom>
          <a:solidFill>
            <a:srgbClr val="DC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3913632"/>
            <a:ext cx="4077608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Built to demonstrate Java concepts—not a full commercial store.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94960"/>
            <a:ext cx="106984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DC5B5B"/>
                </a:solidFill>
                <a:latin typeface="Aptos"/>
              </a:rPr>
              <a:t>Note: the supplied code saves order details, but does not yet implement order IDs or delivery-status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Understanding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Aptos"/>
              </a:rPr>
              <a:t>From product choice to a final bill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8229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B7F"/>
                </a:solidFill>
                <a:latin typeface="Aptos"/>
              </a:rPr>
              <a:t>ONLINE STORE CART &amp; ORDER PIPELINE  • 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12203A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171907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71016" y="2039112"/>
            <a:ext cx="475488" cy="47548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71016" y="2130552"/>
            <a:ext cx="47548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33472"/>
            <a:ext cx="1499616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2203A"/>
                </a:solidFill>
                <a:latin typeface="Aptos"/>
              </a:rPr>
              <a:t>View
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8296" y="2395727"/>
            <a:ext cx="246888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1FBEAA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874519"/>
            <a:ext cx="171907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91256" y="2039112"/>
            <a:ext cx="475488" cy="47548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91256" y="2130552"/>
            <a:ext cx="47548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2633472"/>
            <a:ext cx="1499616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2203A"/>
                </a:solidFill>
                <a:latin typeface="Aptos"/>
              </a:rPr>
              <a:t>Search
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2395727"/>
            <a:ext cx="246888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1FBEAA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1874519"/>
            <a:ext cx="171907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111496" y="2039112"/>
            <a:ext cx="475488" cy="47548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11496" y="2130552"/>
            <a:ext cx="47548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633472"/>
            <a:ext cx="1499616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2203A"/>
                </a:solidFill>
                <a:latin typeface="Aptos"/>
              </a:rPr>
              <a:t>Check
quantity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2395727"/>
            <a:ext cx="246888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1FBEAA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19088" y="1874519"/>
            <a:ext cx="171907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031736" y="2039112"/>
            <a:ext cx="475488" cy="47548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31736" y="2130552"/>
            <a:ext cx="47548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2633472"/>
            <a:ext cx="1499616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2203A"/>
                </a:solidFill>
                <a:latin typeface="Aptos"/>
              </a:rPr>
              <a:t>Update
cart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6" y="2395727"/>
            <a:ext cx="246888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1FBEAA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9328" y="1874519"/>
            <a:ext cx="171907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951976" y="2039112"/>
            <a:ext cx="475488" cy="47548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51976" y="2130552"/>
            <a:ext cx="47548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2633472"/>
            <a:ext cx="1499616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2203A"/>
                </a:solidFill>
                <a:latin typeface="Aptos"/>
              </a:rPr>
              <a:t>Calculate
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9256" y="2395727"/>
            <a:ext cx="246888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1FBEAA"/>
                </a:solidFill>
                <a:latin typeface="Apto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59568" y="1874519"/>
            <a:ext cx="171907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872216" y="2039112"/>
            <a:ext cx="475488" cy="47548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872216" y="2130552"/>
            <a:ext cx="47548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9296" y="2633472"/>
            <a:ext cx="1499616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2203A"/>
                </a:solidFill>
                <a:latin typeface="Aptos"/>
              </a:rPr>
              <a:t>Save
order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388620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4087368"/>
            <a:ext cx="29718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Inputs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599432"/>
            <a:ext cx="2926080" cy="50291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Aptos"/>
              </a:rPr>
              <a:t>Product name and requested quantity.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07408" y="388620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36008" y="4087368"/>
            <a:ext cx="29718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Processing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36008" y="4599432"/>
            <a:ext cx="2395728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Aptos"/>
              </a:rPr>
              <a:t>Find product, validate stock, update cart and sum amounts.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59" y="3886200"/>
            <a:ext cx="3615477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66175" y="4087368"/>
            <a:ext cx="29718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Outputs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6175" y="4599432"/>
            <a:ext cx="3148585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dirty="0">
                <a:solidFill>
                  <a:srgbClr val="5B6B7F"/>
                </a:solidFill>
                <a:latin typeface="Aptos"/>
              </a:rPr>
              <a:t>Cart details, total bill, validation messages and saved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CO 1 — Java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Aptos"/>
              </a:rPr>
              <a:t>Variables, data types and operators in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8229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B7F"/>
                </a:solidFill>
                <a:latin typeface="Aptos"/>
              </a:rPr>
              <a:t>ONLINE STORE CART &amp; ORDER PIPELINE  • 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12203A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" y="161848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5506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618488"/>
            <a:ext cx="2450591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Product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30552"/>
            <a:ext cx="3035806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dirty="0">
                <a:solidFill>
                  <a:srgbClr val="5B6B7F"/>
                </a:solidFill>
                <a:latin typeface="Aptos"/>
              </a:rPr>
              <a:t>id, name, price and stock store each product’s details.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41732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08576" y="161848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165506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1618488"/>
            <a:ext cx="2450591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Cart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130552"/>
            <a:ext cx="2743199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dirty="0">
                <a:solidFill>
                  <a:srgbClr val="5B6B7F"/>
                </a:solidFill>
                <a:latin typeface="Aptos"/>
              </a:rPr>
              <a:t>quantity records how many units the user selects.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41732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84464" y="161848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4" y="165506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1618488"/>
            <a:ext cx="2450591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Calculations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130553"/>
            <a:ext cx="2450591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dirty="0">
                <a:solidFill>
                  <a:srgbClr val="5B6B7F"/>
                </a:solidFill>
                <a:latin typeface="Aptos"/>
              </a:rPr>
              <a:t>price × quantity gives an item amount; amounts are added for the total.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429000"/>
            <a:ext cx="10652760" cy="1234440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3685032"/>
            <a:ext cx="100584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FBEAA"/>
                </a:solidFill>
                <a:latin typeface="Aptos"/>
              </a:rPr>
              <a:t>Example from the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069080"/>
            <a:ext cx="100584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nsolas"/>
              </a:rPr>
              <a:t>double getAmount() { return product.price * quantity;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66360"/>
            <a:ext cx="1060704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233042"/>
                </a:solidFill>
                <a:latin typeface="Aptos"/>
              </a:rPr>
              <a:t>Presentation line: “We use variables to store product details and arithmetic operators to calculate the cost.”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CO 2 —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Aptos"/>
              </a:rPr>
              <a:t>Decisions and repetition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8229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B7F"/>
                </a:solidFill>
                <a:latin typeface="Aptos"/>
              </a:rPr>
              <a:t>ONLINE STORE CART &amp; ORDER PIPELINE  • 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12203A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4501" y="1463040"/>
            <a:ext cx="33375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8408" y="166420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70078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664208"/>
            <a:ext cx="240487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if statements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76272"/>
            <a:ext cx="302163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dirty="0">
                <a:solidFill>
                  <a:srgbClr val="5B6B7F"/>
                </a:solidFill>
                <a:latin typeface="Aptos"/>
              </a:rPr>
              <a:t>Check whether the product exists and whether the quantity is valid.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3375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36007" y="166420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170078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664208"/>
            <a:ext cx="2404871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Loops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176272"/>
            <a:ext cx="2713405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Aptos"/>
              </a:rPr>
              <a:t>Repeat through products and cart items to display and process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463040"/>
            <a:ext cx="33375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93608" y="166420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170078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1664208"/>
            <a:ext cx="2404871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do–while menu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5179" y="2253995"/>
            <a:ext cx="320194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dirty="0">
                <a:solidFill>
                  <a:srgbClr val="5B6B7F"/>
                </a:solidFill>
                <a:latin typeface="Aptos"/>
              </a:rPr>
              <a:t>Keeps the shopping menu running until the user chooses to exit.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3977639"/>
            <a:ext cx="10241280" cy="960120"/>
          </a:xfrm>
          <a:prstGeom prst="roundRect">
            <a:avLst/>
          </a:prstGeom>
          <a:solidFill>
            <a:srgbClr val="DC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4251960"/>
            <a:ext cx="969264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Example check: quantity must be greater than 0 and must not exceed available stock.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Presentation line: “Conditions prevent invalid quantities, while loops let users perform more than one action.”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CO 3 — Methods &amp; Modular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Aptos"/>
              </a:rPr>
              <a:t>Each method has a clear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8229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B7F"/>
                </a:solidFill>
                <a:latin typeface="Aptos"/>
              </a:rPr>
              <a:t>ONLINE STORE CART &amp; ORDER PIPELINE  • 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12203A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0976" y="161848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65506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1618488"/>
            <a:ext cx="24688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displayProducts()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130552"/>
            <a:ext cx="2944368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Aptos"/>
              </a:rPr>
              <a:t>Shows all available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417320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54296" y="161848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165506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1618488"/>
            <a:ext cx="2468879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searchProduct(name)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130552"/>
            <a:ext cx="2944368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Aptos"/>
              </a:rPr>
              <a:t>Finds a product by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417320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57616" y="161848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7616" y="165506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1618488"/>
            <a:ext cx="2468879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addToCart()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130552"/>
            <a:ext cx="2944368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Aptos"/>
              </a:rPr>
              <a:t>Validates quantity and updates cart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291839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0976" y="349300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3529583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3493008"/>
            <a:ext cx="24688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calculateTotal()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005072"/>
            <a:ext cx="2944368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Aptos"/>
              </a:rPr>
              <a:t>Returns the cart total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3128" y="3291839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54296" y="349300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54296" y="3529583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2936" y="3493008"/>
            <a:ext cx="2468879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viewCart()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005072"/>
            <a:ext cx="2944368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Aptos"/>
              </a:rPr>
              <a:t>Displays items and the bill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291839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57616" y="349300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57616" y="3529583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6256" y="3493008"/>
            <a:ext cx="2468879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saveOrder()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005072"/>
            <a:ext cx="2944368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Aptos"/>
              </a:rPr>
              <a:t>Writes the order to a text 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440680"/>
            <a:ext cx="103327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Presentation line: “We divided the program into methods so each task is easier to understand and maintain.”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CO 4 — Object-Oriented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Aptos"/>
              </a:rPr>
              <a:t>Classes model real items in the shopping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8229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B7F"/>
                </a:solidFill>
                <a:latin typeface="Aptos"/>
              </a:rPr>
              <a:t>ONLINE STORE CART &amp; ORDER PIPELINE  • 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12203A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4800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46520" y="1417320"/>
            <a:ext cx="4800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691640"/>
            <a:ext cx="420624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12203A"/>
                </a:solidFill>
                <a:latin typeface="Consolas"/>
              </a:rPr>
              <a:t>class Product</a:t>
            </a:r>
          </a:p>
        </p:txBody>
      </p:sp>
      <p:sp>
        <p:nvSpPr>
          <p:cNvPr id="10" name="Oval 9"/>
          <p:cNvSpPr/>
          <p:nvPr/>
        </p:nvSpPr>
        <p:spPr>
          <a:xfrm>
            <a:off x="1207008" y="2350008"/>
            <a:ext cx="109728" cy="10972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35608" y="2240280"/>
            <a:ext cx="37947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id : int</a:t>
            </a:r>
          </a:p>
        </p:txBody>
      </p:sp>
      <p:sp>
        <p:nvSpPr>
          <p:cNvPr id="12" name="Oval 11"/>
          <p:cNvSpPr/>
          <p:nvPr/>
        </p:nvSpPr>
        <p:spPr>
          <a:xfrm>
            <a:off x="1207008" y="2743200"/>
            <a:ext cx="109728" cy="10972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35608" y="2633472"/>
            <a:ext cx="37947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name : String</a:t>
            </a:r>
          </a:p>
        </p:txBody>
      </p:sp>
      <p:sp>
        <p:nvSpPr>
          <p:cNvPr id="14" name="Oval 13"/>
          <p:cNvSpPr/>
          <p:nvPr/>
        </p:nvSpPr>
        <p:spPr>
          <a:xfrm>
            <a:off x="1207008" y="3136392"/>
            <a:ext cx="109728" cy="10972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35608" y="3026664"/>
            <a:ext cx="37947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price : double</a:t>
            </a:r>
          </a:p>
        </p:txBody>
      </p:sp>
      <p:sp>
        <p:nvSpPr>
          <p:cNvPr id="16" name="Oval 15"/>
          <p:cNvSpPr/>
          <p:nvPr/>
        </p:nvSpPr>
        <p:spPr>
          <a:xfrm>
            <a:off x="1207008" y="3529584"/>
            <a:ext cx="109728" cy="10972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35608" y="3419856"/>
            <a:ext cx="37947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stock : int</a:t>
            </a:r>
          </a:p>
        </p:txBody>
      </p:sp>
      <p:sp>
        <p:nvSpPr>
          <p:cNvPr id="18" name="Oval 17"/>
          <p:cNvSpPr/>
          <p:nvPr/>
        </p:nvSpPr>
        <p:spPr>
          <a:xfrm>
            <a:off x="1207008" y="3922776"/>
            <a:ext cx="109728" cy="10972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35608" y="3813048"/>
            <a:ext cx="37947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display()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691640"/>
            <a:ext cx="420624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12203A"/>
                </a:solidFill>
                <a:latin typeface="Consolas"/>
              </a:rPr>
              <a:t>class CartItem</a:t>
            </a:r>
          </a:p>
        </p:txBody>
      </p:sp>
      <p:sp>
        <p:nvSpPr>
          <p:cNvPr id="21" name="Oval 20"/>
          <p:cNvSpPr/>
          <p:nvPr/>
        </p:nvSpPr>
        <p:spPr>
          <a:xfrm>
            <a:off x="6784848" y="2350008"/>
            <a:ext cx="109728" cy="10972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13448" y="2240280"/>
            <a:ext cx="37947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product : Product</a:t>
            </a:r>
          </a:p>
        </p:txBody>
      </p:sp>
      <p:sp>
        <p:nvSpPr>
          <p:cNvPr id="23" name="Oval 22"/>
          <p:cNvSpPr/>
          <p:nvPr/>
        </p:nvSpPr>
        <p:spPr>
          <a:xfrm>
            <a:off x="6784848" y="2743200"/>
            <a:ext cx="109728" cy="10972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13448" y="2633472"/>
            <a:ext cx="37947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quantity : int</a:t>
            </a:r>
          </a:p>
        </p:txBody>
      </p:sp>
      <p:sp>
        <p:nvSpPr>
          <p:cNvPr id="25" name="Oval 24"/>
          <p:cNvSpPr/>
          <p:nvPr/>
        </p:nvSpPr>
        <p:spPr>
          <a:xfrm>
            <a:off x="6784848" y="3136392"/>
            <a:ext cx="109728" cy="10972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13448" y="3026664"/>
            <a:ext cx="37947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getAmount()</a:t>
            </a:r>
          </a:p>
        </p:txBody>
      </p:sp>
      <p:sp>
        <p:nvSpPr>
          <p:cNvPr id="27" name="Oval 26"/>
          <p:cNvSpPr/>
          <p:nvPr/>
        </p:nvSpPr>
        <p:spPr>
          <a:xfrm>
            <a:off x="6784848" y="3529584"/>
            <a:ext cx="109728" cy="10972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13448" y="3419856"/>
            <a:ext cx="37947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Constructor initializes fields</a:t>
            </a:r>
          </a:p>
        </p:txBody>
      </p:sp>
      <p:sp>
        <p:nvSpPr>
          <p:cNvPr id="29" name="Oval 28"/>
          <p:cNvSpPr/>
          <p:nvPr/>
        </p:nvSpPr>
        <p:spPr>
          <a:xfrm>
            <a:off x="6784848" y="3922776"/>
            <a:ext cx="109728" cy="109728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13448" y="3813048"/>
            <a:ext cx="37947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this refers to the current object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074920"/>
            <a:ext cx="10424160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233042"/>
                </a:solidFill>
                <a:latin typeface="Aptos"/>
              </a:rPr>
              <a:t>The code also uses static members for shared program data and try–catch to handle file-writing errors.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CO 5 — Strings &amp; File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Aptos"/>
              </a:rPr>
              <a:t>Searching and saving order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8229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B7F"/>
                </a:solidFill>
                <a:latin typeface="Aptos"/>
              </a:rPr>
              <a:t>ONLINE STORE CART &amp; ORDER PIPELINE  • 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12203A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8" y="166420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70078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664208"/>
            <a:ext cx="2450592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String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59" y="2176272"/>
            <a:ext cx="2544395" cy="8740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dirty="0">
                <a:solidFill>
                  <a:srgbClr val="5B6B7F"/>
                </a:solidFill>
                <a:latin typeface="Aptos"/>
              </a:rPr>
              <a:t>trim() removes extra spaces at the ends; </a:t>
            </a:r>
            <a:r>
              <a:rPr sz="1300" b="0" dirty="0" err="1">
                <a:solidFill>
                  <a:srgbClr val="5B6B7F"/>
                </a:solidFill>
                <a:latin typeface="Aptos"/>
              </a:rPr>
              <a:t>equalsIgnore</a:t>
            </a:r>
            <a:r>
              <a:rPr lang="en-US" sz="1300" b="0" dirty="0">
                <a:solidFill>
                  <a:srgbClr val="5B6B7F"/>
                </a:solidFill>
                <a:latin typeface="Aptos"/>
              </a:rPr>
              <a:t> </a:t>
            </a:r>
            <a:r>
              <a:rPr sz="1300" b="0" dirty="0">
                <a:solidFill>
                  <a:srgbClr val="5B6B7F"/>
                </a:solidFill>
                <a:latin typeface="Aptos"/>
              </a:rPr>
              <a:t>Case() matches names without case sensitivity.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46304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08576" y="166420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170078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1664208"/>
            <a:ext cx="2450591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File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176272"/>
            <a:ext cx="2971799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dirty="0">
                <a:solidFill>
                  <a:srgbClr val="5B6B7F"/>
                </a:solidFill>
                <a:latin typeface="Aptos"/>
              </a:rPr>
              <a:t>File</a:t>
            </a:r>
            <a:r>
              <a:rPr lang="en-US" sz="1300" b="0" dirty="0">
                <a:solidFill>
                  <a:srgbClr val="5B6B7F"/>
                </a:solidFill>
                <a:latin typeface="Aptos"/>
              </a:rPr>
              <a:t> </a:t>
            </a:r>
            <a:r>
              <a:rPr sz="1300" b="0" dirty="0">
                <a:solidFill>
                  <a:srgbClr val="5B6B7F"/>
                </a:solidFill>
                <a:latin typeface="Aptos"/>
              </a:rPr>
              <a:t>Writer and Print</a:t>
            </a:r>
            <a:r>
              <a:rPr lang="en-US" sz="1300" b="0" dirty="0">
                <a:solidFill>
                  <a:srgbClr val="5B6B7F"/>
                </a:solidFill>
                <a:latin typeface="Aptos"/>
              </a:rPr>
              <a:t> </a:t>
            </a:r>
            <a:r>
              <a:rPr sz="1300" b="0" dirty="0">
                <a:solidFill>
                  <a:srgbClr val="5B6B7F"/>
                </a:solidFill>
                <a:latin typeface="Aptos"/>
              </a:rPr>
              <a:t>Writer write order details into orders.txt.</a:t>
            </a:r>
            <a:r>
              <a:rPr lang="en-US" sz="1300" b="0" dirty="0">
                <a:solidFill>
                  <a:srgbClr val="5B6B7F"/>
                </a:solidFill>
                <a:latin typeface="Aptos"/>
              </a:rPr>
              <a:t> </a:t>
            </a:r>
            <a:endParaRPr sz="1300" b="0" dirty="0">
              <a:solidFill>
                <a:srgbClr val="5B6B7F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91856" y="146304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93024" y="1664208"/>
            <a:ext cx="438912" cy="438912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1700784"/>
            <a:ext cx="43891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1664208"/>
            <a:ext cx="2450591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Aptos"/>
              </a:rPr>
              <a:t>Error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176272"/>
            <a:ext cx="2450591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Aptos"/>
              </a:rPr>
              <a:t>IOException is caught if saving the order fails.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886200"/>
            <a:ext cx="10469880" cy="960120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178808"/>
            <a:ext cx="98755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Example: "  laptop  " is trimmed, then matched with "Laptop".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1033272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Presentation line: “We search product names using String methods and store each placed order in a text file.”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CO 6 — Collections, Lambdas &amp;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Aptos"/>
              </a:rPr>
              <a:t>ArrayList stores products and cart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8229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B7F"/>
                </a:solidFill>
                <a:latin typeface="Aptos"/>
              </a:rPr>
              <a:t>ONLINE STORE CART &amp; ORDER PIPELINE  • 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12203A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42976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3749039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2203A"/>
                </a:solidFill>
                <a:latin typeface="Consolas"/>
              </a:rPr>
              <a:t>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286000"/>
            <a:ext cx="3611880" cy="292608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2313432"/>
            <a:ext cx="320040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233042"/>
                </a:solidFill>
                <a:latin typeface="Aptos"/>
              </a:rPr>
              <a:t>Laptop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679192"/>
            <a:ext cx="3611880" cy="292608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2706624"/>
            <a:ext cx="320040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233042"/>
                </a:solidFill>
                <a:latin typeface="Aptos"/>
              </a:rPr>
              <a:t>Headphones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072384"/>
            <a:ext cx="3611880" cy="292608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3099815"/>
            <a:ext cx="320040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233042"/>
                </a:solidFill>
                <a:latin typeface="Aptos"/>
              </a:rPr>
              <a:t>Mouse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3465576"/>
            <a:ext cx="3611880" cy="292608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493008"/>
            <a:ext cx="320040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233042"/>
                </a:solidFill>
                <a:latin typeface="Aptos"/>
              </a:rPr>
              <a:t>Keyboard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508760"/>
            <a:ext cx="42976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59" y="1737360"/>
            <a:ext cx="3749039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2203A"/>
                </a:solidFill>
                <a:latin typeface="Consolas"/>
              </a:rPr>
              <a:t>cart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79" y="2286000"/>
            <a:ext cx="3611880" cy="292608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95159" y="2313432"/>
            <a:ext cx="320040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233042"/>
                </a:solidFill>
                <a:latin typeface="Aptos"/>
              </a:rPr>
              <a:t>CartItem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79" y="2679192"/>
            <a:ext cx="3611880" cy="292608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95159" y="2706624"/>
            <a:ext cx="320040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233042"/>
                </a:solidFill>
                <a:latin typeface="Aptos"/>
              </a:rPr>
              <a:t>CartItem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79" y="3072384"/>
            <a:ext cx="3611880" cy="292608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59" y="3099815"/>
            <a:ext cx="320040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233042"/>
                </a:solidFill>
                <a:latin typeface="Aptos"/>
              </a:rPr>
              <a:t>CartItem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2514600"/>
            <a:ext cx="77724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700" b="1">
                <a:solidFill>
                  <a:srgbClr val="1FBEAA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572000"/>
            <a:ext cx="10241280" cy="822960"/>
          </a:xfrm>
          <a:prstGeom prst="roundRect">
            <a:avLst/>
          </a:prstGeom>
          <a:solidFill>
            <a:srgbClr val="DC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4828032"/>
            <a:ext cx="96926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2203A"/>
                </a:solidFill>
                <a:latin typeface="Consolas"/>
              </a:rPr>
              <a:t>cart.stream().mapToDouble(CartItem::getAmount).sum()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577840"/>
            <a:ext cx="103327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233042"/>
                </a:solidFill>
                <a:latin typeface="Aptos"/>
              </a:rPr>
              <a:t>Presentation line: “ArrayList holds our data, and a stream adds all item amounts to calculate the total.”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9672"/>
            <a:ext cx="8229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B7F"/>
                </a:solidFill>
                <a:latin typeface="Aptos"/>
              </a:rPr>
              <a:t>ONLINE STORE CART &amp; ORDER PIPELINE  •  JAVA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12203A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513" y="1139392"/>
            <a:ext cx="11192667" cy="35825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endParaRPr lang="en-US" sz="1600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The Online Store Cart &amp; Order Pipeline demonstrates how core Java concepts can be used to develop a simple console-based shopping system.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Java fundamentals: Variables, data types, operators, and conditional statements manage product details and validate quantities.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Methods and OOP: Modular methods and classes organize product and cart operations.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Collections and Streams: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Array List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 stores products and cart items, while streams calculate the total bill.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File Handling: Order details are saved to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orders.txt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 using Java file-writing classes.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Future Enhancements: The project can be extended with order IDs, delivery-status tracking, cart editing and removal, and database connectivity.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D65DDB-A41A-0761-9C9E-65AA2D6D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920" y="0"/>
            <a:ext cx="122639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80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 dirty="0">
                <a:solidFill>
                  <a:srgbClr val="12203A"/>
                </a:solidFill>
                <a:latin typeface="Aptos"/>
              </a:rPr>
              <a:t>Team Photo &amp; 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 dirty="0">
                <a:solidFill>
                  <a:srgbClr val="5B6B7F"/>
                </a:solidFill>
                <a:latin typeface="Aptos"/>
              </a:rPr>
              <a:t>Complete these items before presenting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8229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1" dirty="0">
                <a:solidFill>
                  <a:srgbClr val="5B6B7F"/>
                </a:solidFill>
                <a:latin typeface="Aptos"/>
              </a:rPr>
              <a:t>ONLINE STORE CART &amp; ORDER PIPELINE  • 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dirty="0">
                <a:solidFill>
                  <a:srgbClr val="12203A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4800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41148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dirty="0">
                <a:solidFill>
                  <a:srgbClr val="12203A"/>
                </a:solidFill>
                <a:latin typeface="Aptos"/>
              </a:rPr>
              <a:t>TEAM / GEO-TAG 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331720"/>
            <a:ext cx="4160520" cy="2057400"/>
          </a:xfrm>
          <a:prstGeom prst="round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417320" y="3063240"/>
            <a:ext cx="3611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00" b="1" dirty="0">
                <a:solidFill>
                  <a:srgbClr val="5B6B7F"/>
                </a:solidFill>
                <a:latin typeface="Aptos"/>
              </a:rPr>
              <a:t>INSERT REQUIRED PHOTO 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563625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1824228"/>
            <a:ext cx="448056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dirty="0">
                <a:solidFill>
                  <a:srgbClr val="12203A"/>
                </a:solidFill>
                <a:latin typeface="Aptos"/>
              </a:rPr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23160"/>
            <a:ext cx="466344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1" dirty="0">
                <a:solidFill>
                  <a:srgbClr val="5B6B7F"/>
                </a:solidFill>
                <a:latin typeface="Aptos"/>
              </a:rPr>
              <a:t>Repository URL:</a:t>
            </a:r>
            <a:endParaRPr lang="en-IN" sz="1300" b="1" dirty="0">
              <a:solidFill>
                <a:srgbClr val="5B6B7F"/>
              </a:solidFill>
              <a:latin typeface="Aptos"/>
            </a:endParaRPr>
          </a:p>
          <a:p>
            <a:r>
              <a:rPr lang="en-IN" sz="1300" b="1" dirty="0">
                <a:solidFill>
                  <a:srgbClr val="5B6B7F"/>
                </a:solidFill>
                <a:latin typeface="Aptos"/>
              </a:rPr>
              <a:t>https://github.com/sukriti-tech/KLH_2026-27_T8_PSPJ_Online-shopping-cart</a:t>
            </a:r>
            <a:endParaRPr sz="1300" b="1" dirty="0">
              <a:solidFill>
                <a:srgbClr val="5B6B7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39"/>
            <a:ext cx="434340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5B6B7F"/>
                </a:solidFill>
                <a:latin typeface="Aptos"/>
              </a:rPr>
              <a:t>Confirm the repository is accessible.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25CBC1B-8CBD-18AF-6A5F-2CDFE157F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" y="2213001"/>
            <a:ext cx="4160520" cy="22948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980</Words>
  <Application>Microsoft Office PowerPoint</Application>
  <PresentationFormat>Widescreen</PresentationFormat>
  <Paragraphs>184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sukriti d</cp:lastModifiedBy>
  <cp:revision>6</cp:revision>
  <dcterms:created xsi:type="dcterms:W3CDTF">2013-01-27T09:14:16Z</dcterms:created>
  <dcterms:modified xsi:type="dcterms:W3CDTF">2026-10-16T07:00:57Z</dcterms:modified>
  <cp:category/>
</cp:coreProperties>
</file>